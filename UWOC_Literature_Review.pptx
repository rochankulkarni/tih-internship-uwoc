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6596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Supervised Bit Classification for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0" y="2468880"/>
            <a:ext cx="12188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Underwater Optical Communication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0" y="31546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0" y="402336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Name: Rochan R Kulkarni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College Roll Number: ENG24CS0187</a:t>
            </a:r>
            <a:endParaRPr lang="en-US" sz="15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TIH IIT Guwahati | AI/ML Online Internship Programme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Recap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11556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Domain: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Underwater Optical Wireless Communication (UWOC) - data transmitted using light instead of RF or acoustic signals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issue: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Water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turbidity (NTU)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scatters and attenuates the optical signal, so a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 threshold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for bit detection becomes unreliable as conditions change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Task: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Supervised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binary classification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- given a received analog signal value (and NTU level), predict the transmitted bit (0 or 1)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Goal: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Compare a fixed-threshold baseline against ML classifiers (Logistic Regression, SVM, Random Forest, optional MLP) across varying turbidity levels, using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BER (Bit Error Rate)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as the key communication-domain metric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Rochan R Kulkarni  |  ENG24CS0187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 Methodology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11556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Searched for work at the intersection of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underwater optical communication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signal/bit classification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and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classical machine learning classifiers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Included directly relevant UWOC studies as well as closely related work from adjacent domains -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Visible Light Communication (VLC)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indoor optical wireless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and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RF channel demodulation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- where classical ML is used for similar noisy-channel detection problems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Prioritized studies reporting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 Error Rate (BER)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classification accuracy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or comparable detection-performance metrics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studies shortlisted and compared on: method used, metric(s) reported, key finding, and limitation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Rochan R Kulkarni  |  ENG24CS0187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Comparative Study Table (1/2)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155680" cy="50292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2286000"/>
                <a:gridCol w="1371600"/>
                <a:gridCol w="3108960"/>
              </a:tblGrid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Study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 / Domain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Method(s)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Metric(s)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Finding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Avramov-Zamurovic et al. (2020)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UWOC, OAM beams in turbid water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Near-perfect classification, but only with condition-matched training data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Configuration Learning in UWOC (arXiv 2008.01221)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UWOC transmitter configuration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LSTM, Bi-LSTM, GRU, Decision Tree, AdaBoost, SVM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Accuracy vs. throughput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Switching between classifiers outperformed any single model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Turbidity-tolerant WDM UWOC review (2024)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UWOC physical-layer detection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Deep learning-based detection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 detailed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Deep learning improved detection performance under turbidity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ML-based signal demodulation for UWOC (IEEE 10495815)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UWOC, 10 modulation schemes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Deep Belief Network, AdaBoost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Demodulation accuracy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AdaBoost outperformed other methods; accuracy fell as modulation complexity rose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Rahman et al. (2021, Sensors)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Optical Camera Communication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CNN + SVM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BER, ROC curve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Combined CNN+SVM receiver achieved lower BER than either alone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Rochan R Kulkarni  |  ENG24CS0187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Comparative Study Table (2/2)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43000"/>
          <a:ext cx="11155680" cy="5029200"/>
        </p:xfrm>
        <a:graphic>
          <a:graphicData uri="http://schemas.openxmlformats.org/drawingml/2006/table">
            <a:tbl>
              <a:tblPr/>
              <a:tblGrid>
                <a:gridCol w="2377440"/>
                <a:gridCol w="2011680"/>
                <a:gridCol w="2286000"/>
                <a:gridCol w="1371600"/>
                <a:gridCol w="3108960"/>
              </a:tblGrid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Study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System / Domain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Method(s)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Metric(s)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Key Finding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Comparative classifier study, indoor OWC (2013)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Indoor optical wireless, ISI mitigation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MLP, SVM, RBF network, Bayesian classifier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Classifiers effectively reframed signal detection as a classification problem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SVM-based detection in VLC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Visible Light Communication, PAM-OFDM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SVM (multiple binary classifiers)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BER vs. optical SNR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SVM improved BER by roughly 1 order of magnitude over Volterra equalizer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SVM-based OOK detector, low-SNR IR channel (classic ref.)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Infrared binary (OOK) communication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SVM vs. matched-filter maximum likelihood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BER, computation time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SVM matched/outperformed classical matched-filter detection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Classical ML for HF channel demodulation, Watterson model (2026)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HF radio (analogous noisy channel)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Forest, Decision Tree, k-NN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BER, data compression ratio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 kept BER below 10% while cutting training data volume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Araujo et al. (2022, Sensors)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UWOC, AUV-to-sensor link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 + Monte Carlo receiver modeling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Misalignment tolerance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Multi-lens receiver design improved misalignment resilience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Rochan R Kulkarni  |  ENG24CS0187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Observations &amp; Research Gap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11556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UWOC-specific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studies favor deep learning (CNN, DBN, LSTM) for signal classification/demodulation, often requiring large labeled datasets and heavier compute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Classical ML classifiers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(SVM, Random Forest, Logistic Regression) are well-proven for noisy-channel bit detection - but mainly demonstrated in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adjacent domains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VLC, indoor OWC, infrared, and RF channels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Very few studies directly compare a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fixed-threshold baseline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against classical ML classifiers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specifically across varying turbidity (NTU) levels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 UWOC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 this project addresses: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 systematic, condition-wise (NTU-level) comparison of fixed-threshold detection versus classical ML classifiers for UWOC bit recovery - an underexplored angle relative to the deep-learning-heavy UWOC literature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Rochan R Kulkarni  |  ENG24CS0187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Shortlisted Candidate Methods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11556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Fixed-Threshold Baseline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- the conventional non-ML detection method; establishes the reference point every classifier must be measured against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 Regression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- simple, interpretable linear classifier; a natural first ML baseline for binary bit detection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 Vector Machine (SVM)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- widely validated in the literature (VLC, infrared OOK, indoor OWC) for exactly this type of noisy binary-channel classification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- handles non-linear signal-noise relationships well; shown in RF/HF-channel literature to maintain low BER efficiently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MLP (optional)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- included as an extension if classical models plateau; several studies show MLP performing competitively with SVM/RBF in similar OWC detection tasks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Rochan R Kulkarni  |  ENG24CS0187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Next Steps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11556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Await the provided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UWOC dataset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(received analog signal values, transmitted bit labels, NTU/turbidity levels) - expected before end of Week 1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the reproducible preprocessing and train/validation/test split pipeline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the fixed-threshold baseline, followed by Logistic Regression, SVM, and Random Forest classifiers on a common split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all methods using accuracy, precision, recall, F1, confusion matrix, </a:t>
            </a:r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BER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and inference time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Conduct the project-specific study: robustness across individual NTU levels, comparing threshold detection against ML classifiers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Rochan R Kulkarni  |  ENG24CS0187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2026-08-20T06:08:14Z</dcterms:created>
  <dcterms:modified xsi:type="dcterms:W3CDTF">2026-08-20T06:08:14Z</dcterms:modified>
</cp:coreProperties>
</file>